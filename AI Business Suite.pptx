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010F08-16AA-4F64-BCD9-88CA0B58C5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CCE6B7-2CB6-407B-A8A9-184421AD48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3B572B0-E871-4E59-B1C5-999E5599C0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507C3D4-32BA-4A23-B45A-96A00BAAC6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9951C0A-83C8-45B1-9CE6-6695D77780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DBBCA3B-213B-481D-895B-60C5596F7A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150B495-0344-4C93-8B9B-BBA3AEFF83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C6E9AB5-B46A-4E10-9D2A-E76E23729E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9878E93-A66C-470F-8166-5956DEC057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23B1664-22F1-40DF-B5CE-80844E4AF4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0EEA58D-D923-406E-95D7-9761B7DF19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EFEC229-7661-46EB-993D-B80942BDF2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520" y="112212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GB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79CCB3-8634-4A47-96B3-EF219A2CC3FB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6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16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CFA762-21BE-4FD9-ACE0-8877C2B21C48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240" y="364680"/>
            <a:ext cx="26283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7720" y="364680"/>
            <a:ext cx="77335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B7263-5574-4758-9BA0-B9897E0E9577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54DAA2-6DDF-42B4-811B-B1F20B446984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240" y="1709280"/>
            <a:ext cx="1051488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240" y="4589280"/>
            <a:ext cx="1051488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1AC671-EE78-4F90-B68F-73DA8CDA4F5B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7720" y="1825200"/>
            <a:ext cx="51807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1120" y="1825200"/>
            <a:ext cx="51807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075DEA-D3ED-41C4-B71D-5978C8ADE843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5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520" y="1680840"/>
            <a:ext cx="51570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520" y="2504880"/>
            <a:ext cx="515700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1120" y="1680840"/>
            <a:ext cx="5182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1120" y="2504880"/>
            <a:ext cx="51825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5AD44E-0339-46AC-8AEE-FDE04A937877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8EA747-02B5-4D27-A5FE-B64A32E88F6F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7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157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6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7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01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3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1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01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25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26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27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ECC9D4-6840-4418-B526-97119399F48D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60912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01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01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7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157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6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7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01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3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1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01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3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113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520" y="45684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2560" y="987120"/>
            <a:ext cx="617148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520" y="20570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28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29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0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68C62E-0979-4933-8840-ECBF7A9272F4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9520" y="45684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182560" y="987120"/>
            <a:ext cx="617148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839520" y="20570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83772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8609400" y="6356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AF3C0E-17C3-4F9F-88D3-FD237723DA09}" type="slidenum">
              <a:rPr b="0" lang="en-I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619640" y="13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i="1" lang="en-IN" sz="6600" spc="338" strike="noStrike" u="sng">
                <a:solidFill>
                  <a:schemeClr val="dk1"/>
                </a:solidFill>
                <a:uFillTx/>
                <a:latin typeface="Aptos Display"/>
              </a:rPr>
              <a:t>AI Business Suite</a:t>
            </a:r>
            <a:endParaRPr b="1" i="1" lang="en-US" sz="6600" spc="338" strike="noStrike" u="sng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619640" y="28443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900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600" spc="-1" strike="noStrike" u="sng">
                <a:solidFill>
                  <a:schemeClr val="dk1"/>
                </a:solidFill>
                <a:uFillTx/>
                <a:latin typeface="Aptos"/>
              </a:rPr>
              <a:t>Final AI Project</a:t>
            </a:r>
            <a:endParaRPr b="1" i="1" lang="en-IN" sz="2600" spc="-1" strike="noStrike" u="sng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1" i="1" lang="en-IN" sz="2400" spc="-1" strike="noStrike" u="sng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600" spc="-1" strike="noStrike" u="sng">
                <a:solidFill>
                  <a:schemeClr val="dk1"/>
                </a:solidFill>
                <a:uFillTx/>
                <a:latin typeface="Aptos"/>
              </a:rPr>
              <a:t>Created By:</a:t>
            </a:r>
            <a:endParaRPr b="1" i="1" lang="en-IN" sz="2600" spc="-1" strike="noStrike" u="sng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600" spc="-1" strike="noStrike" u="sng">
                <a:solidFill>
                  <a:schemeClr val="dk1"/>
                </a:solidFill>
                <a:uFillTx/>
                <a:latin typeface="Aptos"/>
              </a:rPr>
              <a:t>Aadil Vohra</a:t>
            </a:r>
            <a:endParaRPr b="1" i="1" lang="en-IN" sz="2600" spc="-1" strike="noStrike" u="sng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i="1" lang="en-IN" sz="5400" spc="338" strike="noStrike">
                <a:solidFill>
                  <a:schemeClr val="dk1"/>
                </a:solidFill>
                <a:latin typeface="Aptos Display"/>
              </a:rPr>
              <a:t>Project Objective</a:t>
            </a:r>
            <a:endParaRPr b="1" i="1" lang="en-US" sz="5400" spc="338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Provide multiple AI-powered business tools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within a single web application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i="1" lang="en-IN" sz="4800" spc="338" strike="noStrike">
                <a:solidFill>
                  <a:schemeClr val="dk1"/>
                </a:solidFill>
                <a:latin typeface="Aptos Display"/>
              </a:rPr>
              <a:t>Technologies Used</a:t>
            </a:r>
            <a:endParaRPr b="1" i="1" lang="en-US" sz="4800" spc="338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Python</a:t>
            </a:r>
            <a:endParaRPr b="1" i="1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Streamlit</a:t>
            </a:r>
            <a:endParaRPr b="1" i="1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Pandas</a:t>
            </a:r>
            <a:endParaRPr b="1" i="1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Scikit-learn</a:t>
            </a:r>
            <a:endParaRPr b="1" i="1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2800" spc="-1" strike="noStrike">
                <a:solidFill>
                  <a:schemeClr val="dk1"/>
                </a:solidFill>
                <a:latin typeface="Aptos"/>
              </a:rPr>
              <a:t>GitHub</a:t>
            </a:r>
            <a:endParaRPr b="1" i="1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i="1" lang="en-IN" sz="5400" spc="338" strike="noStrike">
                <a:solidFill>
                  <a:schemeClr val="dk1"/>
                </a:solidFill>
                <a:latin typeface="Aptos Display"/>
              </a:rPr>
              <a:t>Features</a:t>
            </a:r>
            <a:endParaRPr b="1" i="1" lang="en-US" sz="5400" spc="338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Resume Builder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Invoice Generator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Caption Generator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Spam Detector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AI Chatbot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i="1" lang="en-IN" sz="5400" spc="338" strike="noStrike">
                <a:solidFill>
                  <a:schemeClr val="dk1"/>
                </a:solidFill>
                <a:latin typeface="Aptos Display"/>
              </a:rPr>
              <a:t>Project Workflow</a:t>
            </a:r>
            <a:endParaRPr b="1" i="1" lang="en-US" sz="5400" spc="338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IN" sz="3200" spc="338" strike="noStrike">
                <a:solidFill>
                  <a:schemeClr val="dk1"/>
                </a:solidFill>
                <a:latin typeface="Aptos"/>
              </a:rPr>
              <a:t>User</a:t>
            </a:r>
            <a:endParaRPr b="1" i="1" lang="en-US" sz="3200" spc="338" strike="noStrike">
              <a:solidFill>
                <a:schemeClr val="dk1"/>
              </a:solidFill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IN" sz="3200" spc="338" strike="noStrike">
                <a:solidFill>
                  <a:schemeClr val="dk1"/>
                </a:solidFill>
                <a:latin typeface="Aptos"/>
              </a:rPr>
              <a:t>   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↓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IN" sz="3200" spc="338" strike="noStrike">
                <a:solidFill>
                  <a:schemeClr val="dk1"/>
                </a:solidFill>
                <a:latin typeface="Aptos"/>
              </a:rPr>
              <a:t>Streamlit Interface</a:t>
            </a:r>
            <a:endParaRPr b="1" i="1" lang="en-US" sz="3200" spc="338" strike="noStrike">
              <a:solidFill>
                <a:schemeClr val="dk1"/>
              </a:solidFill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IN" sz="3200" spc="338" strike="noStrike">
                <a:solidFill>
                  <a:schemeClr val="dk1"/>
                </a:solidFill>
                <a:latin typeface="Aptos"/>
              </a:rPr>
              <a:t>   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↓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IN" sz="3200" spc="338" strike="noStrike">
                <a:solidFill>
                  <a:schemeClr val="dk1"/>
                </a:solidFill>
                <a:latin typeface="Aptos"/>
              </a:rPr>
              <a:t>AI Processing</a:t>
            </a:r>
            <a:endParaRPr b="1" i="1" lang="en-US" sz="3200" spc="338" strike="noStrike">
              <a:solidFill>
                <a:schemeClr val="dk1"/>
              </a:solidFill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IN" sz="3200" spc="338" strike="noStrike">
                <a:solidFill>
                  <a:schemeClr val="dk1"/>
                </a:solidFill>
                <a:latin typeface="Aptos"/>
              </a:rPr>
              <a:t>   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↓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IN" sz="3200" spc="338" strike="noStrike">
                <a:solidFill>
                  <a:schemeClr val="dk1"/>
                </a:solidFill>
                <a:latin typeface="Aptos"/>
              </a:rPr>
              <a:t>Output Generated</a:t>
            </a:r>
            <a:endParaRPr b="1" i="1" lang="en-US" sz="3200" spc="338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i="1" lang="en-US" sz="5400" spc="338" strike="noStrike">
                <a:solidFill>
                  <a:schemeClr val="dk1"/>
                </a:solidFill>
                <a:latin typeface="Aptos"/>
              </a:rPr>
              <a:t>Future Improvements</a:t>
            </a:r>
            <a:endParaRPr b="1" i="1" lang="en-US" sz="5400" spc="338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018040" y="3313440"/>
            <a:ext cx="2350800" cy="132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Future Improvements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PDF Export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OpenAI Integration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Database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User Login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4"/>
              </a:spcBef>
              <a:buNone/>
            </a:pP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• </a:t>
            </a:r>
            <a:r>
              <a:rPr b="1" i="1" lang="en-US" sz="3200" spc="-1" strike="noStrike">
                <a:solidFill>
                  <a:schemeClr val="dk1"/>
                </a:solidFill>
                <a:latin typeface="Aptos"/>
              </a:rPr>
              <a:t>Cloud Storage</a:t>
            </a:r>
            <a:endParaRPr b="1" i="1" lang="en-US" sz="32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PPT_Plus/1.0.0.0$Windows_X86_64 LibreOffice_project/</Application>
  <AppVersion>15.0000</AppVersion>
  <Words>66</Words>
  <Paragraphs>28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2026-06-07T14:55:52Z</dcterms:created>
  <dc:creator>aadilv385@gmail.com</dc:creator>
  <dc:description/>
  <dc:language>en-IN</dc:language>
  <cp:lastModifiedBy/>
  <dcterms:modified xsi:type="dcterms:W3CDTF">2026-06-07T20:55:25Z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